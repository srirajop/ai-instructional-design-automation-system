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365760"/>
            <a:ext cx="3474720" cy="347472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274320"/>
            <a:ext cx="2011680" cy="2011680"/>
          </a:xfrm>
          <a:prstGeom prst="ellipse">
            <a:avLst/>
          </a:prstGeom>
          <a:solidFill>
            <a:srgbClr val="0072B5"/>
          </a:solidFill>
          <a:ln w="12700">
            <a:solidFill>
              <a:srgbClr val="0072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200400"/>
            <a:ext cx="1280160" cy="1280160"/>
          </a:xfrm>
          <a:prstGeom prst="ellipse">
            <a:avLst/>
          </a:prstGeom>
          <a:solidFill>
            <a:srgbClr val="00C6FF">
              <a:alpha val="40000"/>
            </a:srgbClr>
          </a:solidFill>
          <a:ln w="1270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50292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AI FORUM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0515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84048" y="173736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 Design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84048" y="24231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84048" y="3337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Weeks to Minutes — Transforming How Instructional Designers Work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Ewandz Digital  |  Phygitron360  |  AI Forum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AGENDA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84048" y="1234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234440"/>
            <a:ext cx="594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344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6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9848" y="1307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6733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Weeks lost to manual storyboard &amp; design doc creation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468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468880"/>
            <a:ext cx="594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68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6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9848" y="2542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9848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AI-powered platform built for Instructional Designers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3703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3703320"/>
            <a:ext cx="594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70332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6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69848" y="3776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4142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From intake form to export — the full workflow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234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234440"/>
            <a:ext cx="594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23444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6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1307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Tech Stack &amp; Deployment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16733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FastAPI · React · AWS EC2 · RDS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468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2468880"/>
            <a:ext cx="594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468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6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32120" y="2542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Impact &amp; Results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Time saved, quality gained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703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703320"/>
            <a:ext cx="59436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70332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6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32120" y="37764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Live Demo &amp; Next Steps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4142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See it in action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74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3946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" y="64008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 Designers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Stuck in the Past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84048" y="2011680"/>
            <a:ext cx="77724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2011680"/>
            <a:ext cx="50292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011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" y="201168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Storyboards took 2–4 WEEKS to create manually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" y="2578608"/>
            <a:ext cx="77724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578608"/>
            <a:ext cx="50292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57860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" y="257860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Design documents required days of formatting &amp; writing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4048" y="3145536"/>
            <a:ext cx="77724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3145536"/>
            <a:ext cx="50292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1455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9264" y="3145536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Endless revision cycles with no version history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" y="3712464"/>
            <a:ext cx="77724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712464"/>
            <a:ext cx="50292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71246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🤯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9264" y="3712464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IDs juggled intake, writing, formatting &amp; export — all manually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4048" y="4279392"/>
            <a:ext cx="7772400" cy="4754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4279392"/>
            <a:ext cx="50292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2793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9264" y="427939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No standard export format — Word, PDF, PPT all done separately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COST OF DOING IT MANUALLY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4048" y="11887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88720"/>
            <a:ext cx="2651760" cy="1828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716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63946"/>
                </a:solidFill>
              </a:rPr>
              <a:t>3–4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84048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Weeks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" y="3154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Average time for a full storyboard from scratch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1887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188720"/>
            <a:ext cx="2651760" cy="1828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13716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8C42"/>
                </a:solidFill>
              </a:rPr>
              <a:t>60%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3264408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Rework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01568" y="3154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Of ID time spent on revisions &amp; reformatting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44768" y="1188720"/>
            <a:ext cx="26517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1188720"/>
            <a:ext cx="2651760" cy="18288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137160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899AA"/>
                </a:solidFill>
              </a:rPr>
              <a:t>0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6144768" y="2651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Automation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81928" y="3154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No AI assistance in traditional ID workflows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4709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72B5"/>
                </a:solidFill>
              </a:rPr>
              <a:t>Every week of delay = delayed learning, delayed revenue, frustrated teams.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926080"/>
            <a:ext cx="4114800" cy="41148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8C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" y="5943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</a:t>
            </a:r>
            <a:pPr indent="0" marL="0">
              <a:buNone/>
            </a:pPr>
            <a:r>
              <a:rPr lang="en-US" sz="36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Instructional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Platform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4048" y="19202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that takes IDs from raw content to polished, export-ready storyboards and design documents — powered by Groq AI.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4048" y="2926080"/>
            <a:ext cx="1920240" cy="1920240"/>
          </a:xfrm>
          <a:prstGeom prst="rect">
            <a:avLst/>
          </a:prstGeom>
          <a:solidFill>
            <a:srgbClr val="1A3A6B"/>
          </a:solidFill>
          <a:ln w="1270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2971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84048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FF"/>
                </a:solidFill>
              </a:rPr>
              <a:t>Intake 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40050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Structured course data capture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926080"/>
            <a:ext cx="1920240" cy="1920240"/>
          </a:xfrm>
          <a:prstGeom prst="rect">
            <a:avLst/>
          </a:prstGeom>
          <a:solidFill>
            <a:srgbClr val="1A3A6B"/>
          </a:solidFill>
          <a:ln w="1270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2971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FF"/>
                </a:solidFill>
              </a:rPr>
              <a:t>AI Generation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40050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Groq-powered content creation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36592" y="2926080"/>
            <a:ext cx="1920240" cy="1920240"/>
          </a:xfrm>
          <a:prstGeom prst="rect">
            <a:avLst/>
          </a:prstGeom>
          <a:solidFill>
            <a:srgbClr val="1A3A6B"/>
          </a:solidFill>
          <a:ln w="1270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6592" y="2971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36592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FF"/>
                </a:solidFill>
              </a:rPr>
              <a:t>AI Editing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28032" y="40050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Inline intelligent refinement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12864" y="2926080"/>
            <a:ext cx="1920240" cy="1920240"/>
          </a:xfrm>
          <a:prstGeom prst="rect">
            <a:avLst/>
          </a:prstGeom>
          <a:solidFill>
            <a:srgbClr val="1A3A6B"/>
          </a:solidFill>
          <a:ln w="1270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12864" y="2971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12864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6FF"/>
                </a:solidFill>
              </a:rPr>
              <a:t>Export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04304" y="400507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DOCX, PDF, PPTX in one click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IT WORKS — END TO END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444752" y="2331720"/>
            <a:ext cx="274320" cy="73152"/>
          </a:xfrm>
          <a:prstGeom prst="rect">
            <a:avLst/>
          </a:prstGeom>
          <a:solidFill>
            <a:srgbClr val="0072B5"/>
          </a:solidFill>
          <a:ln w="12700">
            <a:solidFill>
              <a:srgbClr val="0072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88720"/>
            <a:ext cx="1188720" cy="3566160"/>
          </a:xfrm>
          <a:prstGeom prst="rect">
            <a:avLst/>
          </a:prstGeom>
          <a:solidFill>
            <a:srgbClr val="0072B5"/>
          </a:solidFill>
          <a:ln w="1270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80160"/>
            <a:ext cx="640080" cy="6400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Intake 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" y="260604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ID fills course details: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title, audience, modules,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interactivity level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07792" y="2331720"/>
            <a:ext cx="274320" cy="73152"/>
          </a:xfrm>
          <a:prstGeom prst="rect">
            <a:avLst/>
          </a:prstGeom>
          <a:solidFill>
            <a:srgbClr val="0072B5"/>
          </a:solidFill>
          <a:ln w="12700">
            <a:solidFill>
              <a:srgbClr val="0072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9072" y="1188720"/>
            <a:ext cx="1188720" cy="3566160"/>
          </a:xfrm>
          <a:prstGeom prst="rect">
            <a:avLst/>
          </a:prstGeom>
          <a:solidFill>
            <a:srgbClr val="0072B5"/>
          </a:solidFill>
          <a:ln w="1270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93392" y="1280160"/>
            <a:ext cx="640080" cy="6400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64792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Upload Content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64792" y="260604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Upload PDF, DOCX, PPTX,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XLSX or TXT source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material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70832" y="2331720"/>
            <a:ext cx="274320" cy="73152"/>
          </a:xfrm>
          <a:prstGeom prst="rect">
            <a:avLst/>
          </a:prstGeom>
          <a:solidFill>
            <a:srgbClr val="0072B5"/>
          </a:solidFill>
          <a:ln w="12700">
            <a:solidFill>
              <a:srgbClr val="0072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1188720"/>
            <a:ext cx="1188720" cy="35661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56432" y="1280160"/>
            <a:ext cx="640080" cy="6400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27832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Design Doc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27832" y="260604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Groq AI generates a full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design document from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intake + content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33872" y="2331720"/>
            <a:ext cx="274320" cy="73152"/>
          </a:xfrm>
          <a:prstGeom prst="rect">
            <a:avLst/>
          </a:prstGeom>
          <a:solidFill>
            <a:srgbClr val="0072B5"/>
          </a:solidFill>
          <a:ln w="12700">
            <a:solidFill>
              <a:srgbClr val="0072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45152" y="1188720"/>
            <a:ext cx="1188720" cy="35661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9472" y="1280160"/>
            <a:ext cx="640080" cy="6400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90872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Review &amp; Approve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90872" y="260604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ID reviews, edits inline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with AI assistance,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then approves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96912" y="2331720"/>
            <a:ext cx="274320" cy="73152"/>
          </a:xfrm>
          <a:prstGeom prst="rect">
            <a:avLst/>
          </a:prstGeom>
          <a:solidFill>
            <a:srgbClr val="0072B5"/>
          </a:solidFill>
          <a:ln w="12700">
            <a:solidFill>
              <a:srgbClr val="0072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08192" y="1188720"/>
            <a:ext cx="118872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82512" y="1280160"/>
            <a:ext cx="640080" cy="6400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53912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Storyboard Gen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53912" y="260604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AI generates module-by-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module storyboard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(Type 1 or Type 2)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571232" y="1188720"/>
            <a:ext cx="118872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845552" y="1280160"/>
            <a:ext cx="640080" cy="64008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45552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16952" y="20574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Export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16952" y="260604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Download as DOCX,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PDF, PPTX with one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8FA"/>
                </a:solidFill>
              </a:rPr>
              <a:t>click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50292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4300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41832" y="12527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Smart Intake 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61848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Captures course title, business unit, audience, interactivity level, number of modules &amp; source materials in one structured form.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3552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143000"/>
            <a:ext cx="50292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14300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67912" y="12527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Multi-Format Upload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67912" y="161848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Accepts PDF, DOCX, PPTX, XLSX &amp; TXT files. AI extracts and beautifies content automatically.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99632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143000"/>
            <a:ext cx="50292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114300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93992" y="12527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Groq AI Generation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93992" y="161848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Design documents and storyboards generated in minutes using Llama models via Groq API — not days.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017520"/>
            <a:ext cx="50292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01752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41832" y="31272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AI-Assisted Editing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1832" y="349300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Inline editing with AI suggestions. Edit any section and get AI-powered rewrites instantly.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73552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73552" y="3017520"/>
            <a:ext cx="50292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301752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📂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67912" y="31272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Folder Management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67912" y="349300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Organise projects into folders. Full project history with version tracking for every change.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99632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9632" y="3017520"/>
            <a:ext cx="50292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3017520"/>
            <a:ext cx="502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93992" y="31272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One-Click Export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93992" y="3493008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Export to DOCX, PDF or PPTX. Professionally formatted output ready to share with stakeholders.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6FF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" y="5486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Modern,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Technology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1828800"/>
            <a:ext cx="1965960" cy="30175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828800"/>
            <a:ext cx="1965960" cy="411480"/>
          </a:xfrm>
          <a:prstGeom prst="rect">
            <a:avLst/>
          </a:prstGeom>
          <a:solidFill>
            <a:srgbClr val="0072B5"/>
          </a:solidFill>
          <a:ln w="12700">
            <a:solidFill>
              <a:srgbClr val="0072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2B5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React + Vite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2990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2B5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36484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2B5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Axios for API calls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828800"/>
            <a:ext cx="1965960" cy="30175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1828800"/>
            <a:ext cx="196596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70048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FastAPI (Python)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70048" y="2990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SQLAlchemy ORM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70048" y="36484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6B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JWT Authentication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6592" y="1828800"/>
            <a:ext cx="1965960" cy="301752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1828800"/>
            <a:ext cx="1965960" cy="41148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/ 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Groq API (Llama 3)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990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 Generation Service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6484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8C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AI Editing Service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12864" y="1828800"/>
            <a:ext cx="1965960" cy="3017520"/>
          </a:xfrm>
          <a:prstGeom prst="rect">
            <a:avLst/>
          </a:prstGeom>
          <a:solidFill>
            <a:srgbClr val="1A3A6B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12864" y="1828800"/>
            <a:ext cx="196596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1828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 / Infra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22592" y="2331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AWS EC2 (Ubuntu)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22592" y="2990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AWS RDS (MySQL)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22592" y="36484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C42"/>
                </a:solidFill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Nginx Reverse Proxy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BEFORE vs AFTER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393192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WITHOUT AI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64608" y="1097280"/>
            <a:ext cx="3931920" cy="4572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608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WITH AI Platform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" y="1691640"/>
            <a:ext cx="3931920" cy="475488"/>
          </a:xfrm>
          <a:prstGeom prst="rect">
            <a:avLst/>
          </a:prstGeom>
          <a:solidFill>
            <a:srgbClr val="EDF2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3–4 weeks per storyboard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64608" y="1691640"/>
            <a:ext cx="3931920" cy="475488"/>
          </a:xfrm>
          <a:prstGeom prst="rect">
            <a:avLst/>
          </a:prstGeom>
          <a:solidFill>
            <a:srgbClr val="EDF2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74336" y="16916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B3A"/>
                </a:solidFill>
              </a:rPr>
              <a:t>Minutes — AI generates instantly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2219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219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Days for design document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64608" y="22219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74336" y="222199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B3A"/>
                </a:solidFill>
              </a:rPr>
              <a:t>Auto-generated from intake form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2752344"/>
            <a:ext cx="3931920" cy="475488"/>
          </a:xfrm>
          <a:prstGeom prst="rect">
            <a:avLst/>
          </a:prstGeom>
          <a:solidFill>
            <a:srgbClr val="EDF2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523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Manual formatting every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64608" y="2752344"/>
            <a:ext cx="3931920" cy="475488"/>
          </a:xfrm>
          <a:prstGeom prst="rect">
            <a:avLst/>
          </a:prstGeom>
          <a:solidFill>
            <a:srgbClr val="EDF2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74336" y="275234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B3A"/>
                </a:solidFill>
              </a:rPr>
              <a:t>Consistent, professional output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28269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28269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No version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64608" y="328269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328269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B3A"/>
                </a:solidFill>
              </a:rPr>
              <a:t>Full project history &amp; tracking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3813048"/>
            <a:ext cx="3931920" cy="475488"/>
          </a:xfrm>
          <a:prstGeom prst="rect">
            <a:avLst/>
          </a:prstGeom>
          <a:solidFill>
            <a:srgbClr val="EDF2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130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One export format at a time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64608" y="3813048"/>
            <a:ext cx="3931920" cy="475488"/>
          </a:xfrm>
          <a:prstGeom prst="rect">
            <a:avLst/>
          </a:prstGeom>
          <a:solidFill>
            <a:srgbClr val="EDF2FA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4336" y="38130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B3A"/>
                </a:solidFill>
              </a:rPr>
              <a:t>DOCX, PDF, PPTX simultaneously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434340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434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ID does everything manually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64608" y="434340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4336" y="43434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6B3A"/>
                </a:solidFill>
              </a:rPr>
              <a:t>ID focuses on strategy &amp; review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60520" y="2560320"/>
            <a:ext cx="640080" cy="64008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48C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228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48C"/>
                </a:solidFill>
              </a:rPr>
              <a:t>IMPACT &amp; RESULTS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84048" y="566928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Team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47472" y="1874520"/>
            <a:ext cx="1965960" cy="292608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965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48C"/>
                </a:solidFill>
              </a:rPr>
              <a:t>95%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47472" y="3017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 Reduction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345643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Storyboard creation from weeks to under an hour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23744" y="1874520"/>
            <a:ext cx="1965960" cy="2926080"/>
          </a:xfrm>
          <a:prstGeom prst="rect">
            <a:avLst/>
          </a:prstGeom>
          <a:solidFill>
            <a:srgbClr val="1A3A6B"/>
          </a:solidFill>
          <a:ln w="12700">
            <a:solidFill>
              <a:srgbClr val="00C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23744" y="1965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C6FF"/>
                </a:solidFill>
              </a:rPr>
              <a:t>100%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523744" y="3017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Format Coverage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15184" y="345643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DOCX, PDF &amp; PPTX export — no extra tools needed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0016" y="1874520"/>
            <a:ext cx="1965960" cy="2926080"/>
          </a:xfrm>
          <a:prstGeom prst="rect">
            <a:avLst/>
          </a:prstGeom>
          <a:solidFill>
            <a:srgbClr val="1A3A6B"/>
          </a:solidFill>
          <a:ln w="12700">
            <a:solidFill>
              <a:srgbClr val="FF8C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0016" y="1965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8C42"/>
                </a:solidFill>
              </a:rPr>
              <a:t>∞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700016" y="3017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Scalability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91456" y="345643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Generate as many modules &amp; projects as needed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76288" y="1874520"/>
            <a:ext cx="1965960" cy="2926080"/>
          </a:xfrm>
          <a:prstGeom prst="rect">
            <a:avLst/>
          </a:prstGeom>
          <a:solidFill>
            <a:srgbClr val="1A3A6B"/>
          </a:solidFill>
          <a:ln w="12700">
            <a:solidFill>
              <a:srgbClr val="0072B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76288" y="19659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2B5"/>
                </a:solidFill>
              </a:rPr>
              <a:t>1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876288" y="30175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Platform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67728" y="3456432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End-to-end ID workflow in a single web application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LIVE DEMO &amp;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143000"/>
            <a:ext cx="4114800" cy="457200"/>
          </a:xfrm>
          <a:prstGeom prst="rect">
            <a:avLst/>
          </a:prstGeom>
          <a:solidFill>
            <a:srgbClr val="0072B5"/>
          </a:solidFill>
          <a:ln w="12700">
            <a:solidFill>
              <a:srgbClr val="0072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🎬  LIVE DEMO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73736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B5"/>
                </a:solidFill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Fill the Intake Form with course details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2860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B5"/>
                </a:solidFill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Upload a source PDF document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8346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B5"/>
                </a:solidFill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Generate the AI Design Document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338328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B5"/>
                </a:solidFill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Approve &amp; Generate Storyboard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39319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2B5"/>
                </a:solidFill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Export as DOCX / PDF / PPTX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73168" y="114300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73168" y="1143000"/>
            <a:ext cx="40233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NEXT STEPS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56048" y="17373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🔗  Full AWS deployment (EC2 + RDS MySQL)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56048" y="22860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👥  Pilot with 5 IDs across business units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56048" y="28346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📊  Collect time-saving metrics &amp; feedback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338328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🔒  SSO integration for company-wide access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56048" y="39319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📈  Scale to full organization rollout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072B5">
              <a:alpha val="50000"/>
            </a:srgbClr>
          </a:solidFill>
          <a:ln w="12700">
            <a:solidFill>
              <a:srgbClr val="0072B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84048" y="15087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84048" y="2240280"/>
            <a:ext cx="5486400" cy="36576"/>
          </a:xfrm>
          <a:prstGeom prst="rect">
            <a:avLst/>
          </a:prstGeom>
          <a:solidFill>
            <a:srgbClr val="0072B5"/>
          </a:solidFill>
          <a:ln w="12700">
            <a:solidFill>
              <a:srgbClr val="0072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46888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6FF"/>
                </a:solidFill>
              </a:rPr>
              <a:t>Platform:  </a:t>
            </a:r>
            <a:pPr indent="0" marL="0">
              <a:buNone/>
            </a:pPr>
            <a:r>
              <a:rPr lang="en-US" sz="1400" dirty="0">
                <a:solidFill>
                  <a:srgbClr val="D6E8FA"/>
                </a:solidFill>
              </a:rPr>
              <a:t>http://34.203.223.159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" y="303580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6FF"/>
                </a:solidFill>
              </a:rPr>
              <a:t>Team:  </a:t>
            </a:r>
            <a:pPr indent="0" marL="0">
              <a:buNone/>
            </a:pPr>
            <a:r>
              <a:rPr lang="en-US" sz="1400" dirty="0">
                <a:solidFill>
                  <a:srgbClr val="D6E8FA"/>
                </a:solidFill>
              </a:rPr>
              <a:t>Ewandz Digital / Phygitron360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" y="360273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6FF"/>
                </a:solidFill>
              </a:rPr>
              <a:t>Built With:  </a:t>
            </a:r>
            <a:pPr indent="0" marL="0">
              <a:buNone/>
            </a:pPr>
            <a:r>
              <a:rPr lang="en-US" sz="1400" dirty="0">
                <a:solidFill>
                  <a:srgbClr val="D6E8FA"/>
                </a:solidFill>
              </a:rPr>
              <a:t>FastAPI · React · Groq AI · AWS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</a:rPr>
              <a:t>"From Weeks to Minutes — That's the Power of AI in L&amp;D"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A"/>
                </a:solidFill>
              </a:rPr>
              <a:t>AI Forum 2026  |  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Instructional Design Platform</dc:title>
  <dc:subject>PptxGenJS Presentation</dc:subject>
  <dc:creator>PptxGenJS</dc:creator>
  <cp:lastModifiedBy>PptxGenJS</cp:lastModifiedBy>
  <cp:revision>1</cp:revision>
  <dcterms:created xsi:type="dcterms:W3CDTF">2026-04-07T09:19:55Z</dcterms:created>
  <dcterms:modified xsi:type="dcterms:W3CDTF">2026-04-07T09:19:55Z</dcterms:modified>
</cp:coreProperties>
</file>